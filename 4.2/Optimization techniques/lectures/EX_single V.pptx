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0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8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32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6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3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8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7CED1-2F17-4E45-BF58-A0865617734A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D8D5C-974C-46E7-8E62-72618C63F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7784" y="1243914"/>
            <a:ext cx="84437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Examples on Single variable optimization algorithm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22133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55" y="141668"/>
            <a:ext cx="11870226" cy="652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9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3" y="206062"/>
            <a:ext cx="11452888" cy="629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29" y="463639"/>
            <a:ext cx="13053900" cy="55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5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74" y="193183"/>
            <a:ext cx="12026926" cy="63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1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36" y="167425"/>
            <a:ext cx="10394985" cy="658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52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6" y="159443"/>
            <a:ext cx="11629622" cy="20803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59" y="1519707"/>
            <a:ext cx="11536356" cy="523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7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" y="115911"/>
            <a:ext cx="11909318" cy="52211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825" y="5674031"/>
            <a:ext cx="5244405" cy="11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1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6" y="1214502"/>
            <a:ext cx="11039062" cy="374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14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3" y="643942"/>
            <a:ext cx="12113437" cy="507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6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13" y="0"/>
            <a:ext cx="10104378" cy="5826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68" y="6053071"/>
            <a:ext cx="9156600" cy="113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61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2" y="0"/>
            <a:ext cx="11872113" cy="54493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49" y="5344732"/>
            <a:ext cx="9604077" cy="151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50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8" y="1077903"/>
            <a:ext cx="12073932" cy="449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58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4" y="685940"/>
            <a:ext cx="12159256" cy="401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89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32" y="746974"/>
            <a:ext cx="11190704" cy="49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577"/>
            <a:ext cx="12055202" cy="601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1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42" y="1101424"/>
            <a:ext cx="12013658" cy="455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08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28" y="763468"/>
            <a:ext cx="11969830" cy="609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30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95" y="-102208"/>
            <a:ext cx="11913705" cy="32644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444" y="3268221"/>
            <a:ext cx="9852868" cy="349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0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6" y="344555"/>
            <a:ext cx="11142585" cy="5664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765" y="-66258"/>
            <a:ext cx="3366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rgbClr val="FF0000"/>
                </a:solidFill>
              </a:rPr>
              <a:t>Seccant</a:t>
            </a:r>
            <a:r>
              <a:rPr lang="en-US" sz="3200" dirty="0" smtClean="0">
                <a:solidFill>
                  <a:srgbClr val="FF0000"/>
                </a:solidFill>
              </a:rPr>
              <a:t> Method :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819" y="6009485"/>
            <a:ext cx="9607897" cy="110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31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02" y="1262130"/>
            <a:ext cx="11629431" cy="408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76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8" y="528035"/>
            <a:ext cx="12912231" cy="559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190" y="1799310"/>
            <a:ext cx="12258190" cy="308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412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</Words>
  <Application>Microsoft Office PowerPoint</Application>
  <PresentationFormat>Widescreen</PresentationFormat>
  <Paragraphs>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FFDA09</cp:lastModifiedBy>
  <cp:revision>5</cp:revision>
  <dcterms:created xsi:type="dcterms:W3CDTF">2021-08-26T17:36:45Z</dcterms:created>
  <dcterms:modified xsi:type="dcterms:W3CDTF">2021-08-27T05:39:22Z</dcterms:modified>
</cp:coreProperties>
</file>