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BAD04-A746-AC1C-4EC4-E77DA6E34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54519-282B-143D-3A24-74ED24264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EEB3F-C477-2F5D-933D-F8E56438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F588-F922-42A5-655F-0D574D28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E3C32-8BB1-70FE-2E36-5B43F554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97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82EC-D4AC-BEF1-7913-7A1430CD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1197C-76D4-3AE7-A18A-BE9D3B4F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C5EFD-24EC-F73D-3EAA-025D6942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A90AE-0CA6-1398-76B9-8EE8FBC1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593C-1B72-3BEC-700E-4224E4B2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98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027F-4886-F450-3CA8-BB306B45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61AB-48FA-711F-948F-7DF71804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35AA4-AE23-C7B9-B505-E4EFA7FE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BB6A-D42F-4523-6135-85B81B2D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23B24-723E-6748-0AC9-D3121A79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13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6C1D-1DB4-32E9-6D45-8859BC16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35D8-3134-6D1A-A0E0-06FD7B56E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0785D-BC1E-2171-2745-1601ACF04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68CD-568D-7343-E381-396E1C5C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359E4-E871-1717-FC79-7592BFC5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F72BD-BCDF-82B2-8CA7-FA70AC94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53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09DA-0DCC-59C4-4402-4430DA4E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3CD0D-F72E-4AE1-882B-BC23195D7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989D9-B2DD-C9CA-1D25-938AC063D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AB32B-6C8D-9A23-128F-AEB350E5C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BA8C9A-31E0-AC4D-E873-A08714337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A4545-8CB5-B7F2-1925-C7C5F3C3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7F513-5FB9-4579-35CC-1C1082AC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248A65-2A09-B4D1-7287-C22B3FD5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01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3D8E-70B5-3D9F-2320-FD9ED81E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7F1C1-6916-E7CD-8C60-B9A928C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0145A-8E81-2078-E79C-18024ECB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28526-3773-8EEE-203A-879899EF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8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61739-DBEC-AA07-C0A0-F0181D4B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DAF6C-5B09-BB2D-6564-D6DA56AC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2FCF1-34C5-E31A-6957-9EE3BDC7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7573-1032-2D22-1288-979A43B3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8797-E576-0B7C-030C-68051B9BD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13314-BCFC-F8DD-1F7C-DBBC0589A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C5377-3D69-39A3-4690-3F834FD0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8F9-C1FD-F1DC-A96F-FC034758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6EF9E-A01A-D22C-A9BC-028B7818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7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619A-DDC1-6DA9-345E-8A0F4564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FA4C0-A7E2-2C67-BA65-F86806C06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00F48-2F63-22B0-7CAC-8F094D772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A9A7C-03B9-3E8D-34E5-F4869DCD9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43E5F-5406-2F6A-1433-B27BF8EE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49B1C-506A-9B66-AC97-744A869F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73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FB5D-F094-E9F8-2DBA-E25BD74C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9BCD-DEF2-64AC-2B15-29FFEAF7B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3AA93-6362-16B6-DB10-C4462EDF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0CC47-F85C-84AB-F819-2383B0D3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AA85-DAAD-40E7-B045-5E79532E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82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895045-C7AB-3A72-1BD8-712FBAEDD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88787-3A38-E14E-1158-D2B128A3D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6990E-E3B6-9559-176B-F6B85805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353C4-1F5C-AB95-8084-8D4719B8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4B295-9C5C-28E2-8FBB-477F7A1A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20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F0CCF-6A41-1861-40B9-BD8B5BBA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F3549-950F-6E9D-2CC6-5C9A1AB75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723D8-ABE8-3862-D6E5-D40ABCB2E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1344F-CECF-4C6B-B8FF-F2CB70774200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609AC-B4CB-4F3E-14B4-2FA8865E0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5CDAC-5D9C-2BF2-84E8-666FE9ADC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06B78-2A21-4BD3-A146-58655E00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2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91D4B2-32B5-5794-DDA7-39623A91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49" y="525865"/>
            <a:ext cx="6535478" cy="30543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0C25D-41B9-8AB1-C1AE-DD51BB65BA0F}"/>
              </a:ext>
            </a:extLst>
          </p:cNvPr>
          <p:cNvSpPr txBox="1"/>
          <p:nvPr/>
        </p:nvSpPr>
        <p:spPr>
          <a:xfrm>
            <a:off x="2098766" y="3805646"/>
            <a:ext cx="8569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Kuhn Tucker (KT) conditions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655BA-58B5-C3D7-4E8D-7429BB2950BD}"/>
              </a:ext>
            </a:extLst>
          </p:cNvPr>
          <p:cNvSpPr txBox="1"/>
          <p:nvPr/>
        </p:nvSpPr>
        <p:spPr>
          <a:xfrm>
            <a:off x="2264229" y="4458789"/>
            <a:ext cx="8316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optimality conditions for a constrained local optimum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0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D1893E-15DE-4063-0804-1D11F0352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10"/>
            <a:ext cx="12192000" cy="665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3E5123-7794-433E-E259-358ABF40A3B6}"/>
              </a:ext>
            </a:extLst>
          </p:cNvPr>
          <p:cNvSpPr txBox="1"/>
          <p:nvPr/>
        </p:nvSpPr>
        <p:spPr>
          <a:xfrm>
            <a:off x="278673" y="830917"/>
            <a:ext cx="1126018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optimality conditions for a constrained local optimum are called the </a:t>
            </a:r>
            <a:r>
              <a:rPr lang="en-US" sz="2800" dirty="0" err="1"/>
              <a:t>Karush</a:t>
            </a:r>
            <a:r>
              <a:rPr lang="en-US" sz="2800" dirty="0"/>
              <a:t> Kuhn Tucker (KKT) conditions.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They play an important role in constrained optimization theory and algorithm development.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KKT conditions for optimality are a set of necessary conditions for a solution to be optimal in a mathematical optimization problem.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They are necessary and sufficient conditions for a local minimum in nonlinear programming problems.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736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8B6FFD-FE64-B7EF-3E18-B044D8AD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723900"/>
            <a:ext cx="99536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051DE3-8ACD-0E9E-78F8-669CE8628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23" y="308071"/>
            <a:ext cx="9896958" cy="6049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54B9B5-5959-3F18-F624-496BF39D7542}"/>
              </a:ext>
            </a:extLst>
          </p:cNvPr>
          <p:cNvSpPr txBox="1"/>
          <p:nvPr/>
        </p:nvSpPr>
        <p:spPr>
          <a:xfrm>
            <a:off x="7994469" y="4729477"/>
            <a:ext cx="3579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Primal Feasibility</a:t>
            </a:r>
            <a:r>
              <a:rPr lang="en-US" b="0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: All constraints must be satisfied.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050D9-C51C-915A-247D-260BD2E75EF0}"/>
              </a:ext>
            </a:extLst>
          </p:cNvPr>
          <p:cNvSpPr txBox="1"/>
          <p:nvPr/>
        </p:nvSpPr>
        <p:spPr>
          <a:xfrm>
            <a:off x="7593874" y="2586725"/>
            <a:ext cx="4333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No Feasible Descent</a:t>
            </a:r>
            <a:r>
              <a:rPr lang="en-US" b="0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: No possible objective improvement at the solution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6507D-8B41-EDD0-E4AF-248FEEA058DE}"/>
              </a:ext>
            </a:extLst>
          </p:cNvPr>
          <p:cNvSpPr txBox="1"/>
          <p:nvPr/>
        </p:nvSpPr>
        <p:spPr>
          <a:xfrm>
            <a:off x="7724503" y="3658101"/>
            <a:ext cx="4606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Complementarity</a:t>
            </a:r>
            <a:r>
              <a:rPr lang="en-US" b="0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: The product of the Lagrange multipliers and the corresponding variables must be zero.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002F0-EF51-ABDB-D895-8F73EBBFC188}"/>
              </a:ext>
            </a:extLst>
          </p:cNvPr>
          <p:cNvSpPr txBox="1"/>
          <p:nvPr/>
        </p:nvSpPr>
        <p:spPr>
          <a:xfrm>
            <a:off x="7994469" y="5444676"/>
            <a:ext cx="393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Dual Feasibility</a:t>
            </a:r>
            <a:r>
              <a:rPr lang="en-US" b="0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: The Lagrange multipliers associated with constraints have to be non-negative (zero or positive).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40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B2D12-AC56-7001-EF50-6BDF0834B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698"/>
            <a:ext cx="12192000" cy="598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3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94CD97-B584-ABED-7FCB-E294D91A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51"/>
            <a:ext cx="12192000" cy="657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9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E6E62E-EAA4-E801-8A8E-15C2609C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42"/>
            <a:ext cx="12192000" cy="681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5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4AC5EB-9B6E-D4AA-6F1C-BF71851DD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758"/>
            <a:ext cx="12192000" cy="646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1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FDB5B3-7DBF-3C0D-7BE4-AA47F7E7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51"/>
            <a:ext cx="12192000" cy="625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FF3D6B-E698-0C88-1122-A3241DF73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237"/>
            <a:ext cx="12192000" cy="498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8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F3E9D3-8543-47A2-292A-496869B32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71"/>
            <a:ext cx="12192000" cy="68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6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C0F442-26FD-32D1-D455-02BF711D0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70"/>
            <a:ext cx="12192000" cy="675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36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3613F5-8F44-80FD-4FA4-33B56EEB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149"/>
            <a:ext cx="12192000" cy="627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19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185563-0B1D-D8B6-BDEC-36629722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35"/>
            <a:ext cx="12192000" cy="65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91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492AC-9D90-8FB3-0DF6-538CCE30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686" y="0"/>
            <a:ext cx="7770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75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18B999-5561-3647-EA8F-363BEF8A7260}"/>
              </a:ext>
            </a:extLst>
          </p:cNvPr>
          <p:cNvSpPr txBox="1"/>
          <p:nvPr/>
        </p:nvSpPr>
        <p:spPr>
          <a:xfrm>
            <a:off x="3143794" y="1724297"/>
            <a:ext cx="6217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82231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139</Words>
  <Application>Microsoft Office PowerPoint</Application>
  <PresentationFormat>Widescreen</PresentationFormat>
  <Paragraphs>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FFDA09</dc:creator>
  <cp:lastModifiedBy>FFDA09</cp:lastModifiedBy>
  <cp:revision>4</cp:revision>
  <dcterms:created xsi:type="dcterms:W3CDTF">2025-02-07T07:07:08Z</dcterms:created>
  <dcterms:modified xsi:type="dcterms:W3CDTF">2025-02-07T08:02:57Z</dcterms:modified>
</cp:coreProperties>
</file>