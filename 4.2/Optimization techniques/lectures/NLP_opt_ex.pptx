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6189D-F473-4D41-B929-D05A0F5610FD}" type="datetimeFigureOut">
              <a:rPr lang="en-US" smtClean="0"/>
              <a:t>1/14/2022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FAEE2-4273-40ED-BB40-BE40AF729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778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6189D-F473-4D41-B929-D05A0F5610FD}" type="datetimeFigureOut">
              <a:rPr lang="en-US" smtClean="0"/>
              <a:t>1/14/2022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FAEE2-4273-40ED-BB40-BE40AF729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596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6189D-F473-4D41-B929-D05A0F5610FD}" type="datetimeFigureOut">
              <a:rPr lang="en-US" smtClean="0"/>
              <a:t>1/14/2022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FAEE2-4273-40ED-BB40-BE40AF729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579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6189D-F473-4D41-B929-D05A0F5610FD}" type="datetimeFigureOut">
              <a:rPr lang="en-US" smtClean="0"/>
              <a:t>1/14/2022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FAEE2-4273-40ED-BB40-BE40AF729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07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6189D-F473-4D41-B929-D05A0F5610FD}" type="datetimeFigureOut">
              <a:rPr lang="en-US" smtClean="0"/>
              <a:t>1/14/2022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FAEE2-4273-40ED-BB40-BE40AF729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420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6189D-F473-4D41-B929-D05A0F5610FD}" type="datetimeFigureOut">
              <a:rPr lang="en-US" smtClean="0"/>
              <a:t>1/14/2022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FAEE2-4273-40ED-BB40-BE40AF729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176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6189D-F473-4D41-B929-D05A0F5610FD}" type="datetimeFigureOut">
              <a:rPr lang="en-US" smtClean="0"/>
              <a:t>1/14/2022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FAEE2-4273-40ED-BB40-BE40AF729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888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6189D-F473-4D41-B929-D05A0F5610FD}" type="datetimeFigureOut">
              <a:rPr lang="en-US" smtClean="0"/>
              <a:t>1/14/2022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FAEE2-4273-40ED-BB40-BE40AF729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783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6189D-F473-4D41-B929-D05A0F5610FD}" type="datetimeFigureOut">
              <a:rPr lang="en-US" smtClean="0"/>
              <a:t>1/14/2022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FAEE2-4273-40ED-BB40-BE40AF729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748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6189D-F473-4D41-B929-D05A0F5610FD}" type="datetimeFigureOut">
              <a:rPr lang="en-US" smtClean="0"/>
              <a:t>1/14/2022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FAEE2-4273-40ED-BB40-BE40AF729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14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6189D-F473-4D41-B929-D05A0F5610FD}" type="datetimeFigureOut">
              <a:rPr lang="en-US" smtClean="0"/>
              <a:t>1/14/2022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FAEE2-4273-40ED-BB40-BE40AF729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539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76189D-F473-4D41-B929-D05A0F5610FD}" type="datetimeFigureOut">
              <a:rPr lang="en-US" smtClean="0"/>
              <a:t>1/14/2022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FFAEE2-4273-40ED-BB40-BE40AF729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0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0" y="-103031"/>
            <a:ext cx="12091755" cy="510878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735" y="4804365"/>
            <a:ext cx="4267187" cy="180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641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824" y="-93442"/>
            <a:ext cx="10187189" cy="589313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824" y="5415113"/>
            <a:ext cx="10020413" cy="144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474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04" y="746976"/>
            <a:ext cx="11384835" cy="31461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0"/>
            <a:ext cx="4752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</a:rPr>
              <a:t>Selection of design variables :</a:t>
            </a: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476" y="4116926"/>
            <a:ext cx="10697289" cy="216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759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56" y="244742"/>
            <a:ext cx="11166289" cy="276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290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68" y="0"/>
            <a:ext cx="11314299" cy="33162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67" y="3007273"/>
            <a:ext cx="11314299" cy="385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382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77" y="422184"/>
            <a:ext cx="11572374" cy="11361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16" y="1344744"/>
            <a:ext cx="11305835" cy="137331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1878" y="2719429"/>
            <a:ext cx="6287880" cy="2513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696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0" y="309093"/>
            <a:ext cx="12114420" cy="11535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70" y="1462647"/>
            <a:ext cx="10545554" cy="213040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267" y="3697357"/>
            <a:ext cx="11667733" cy="232925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581" y="4887422"/>
            <a:ext cx="2833933" cy="1970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436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09" y="212036"/>
            <a:ext cx="11718934" cy="453224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846" y="4744278"/>
            <a:ext cx="11223660" cy="13285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846" y="6072874"/>
            <a:ext cx="2946029" cy="30443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001" y="6487726"/>
            <a:ext cx="9097455" cy="37027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4456" y="6526363"/>
            <a:ext cx="1983347" cy="28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178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881" y="591781"/>
            <a:ext cx="11077513" cy="26276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18" y="3398694"/>
            <a:ext cx="10451676" cy="292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561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308" y="0"/>
            <a:ext cx="6439436" cy="67700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66682"/>
            <a:ext cx="5210859" cy="180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173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324" y="708338"/>
            <a:ext cx="11151470" cy="57847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668" y="90152"/>
            <a:ext cx="45462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</a:rPr>
              <a:t>Modelling  :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22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29" y="0"/>
            <a:ext cx="10803969" cy="347847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529" y="3593205"/>
            <a:ext cx="11261018" cy="309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619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01" y="404320"/>
            <a:ext cx="11088709" cy="618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490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354" y="772733"/>
            <a:ext cx="10791570" cy="59078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3335" y="180304"/>
            <a:ext cx="5228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</a:rPr>
              <a:t>N.L.P for optimum spring design :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5444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38"/>
            <a:ext cx="9743959" cy="33100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7355" y="625359"/>
            <a:ext cx="1714500" cy="54387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33750"/>
            <a:ext cx="9591675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496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549" y="0"/>
            <a:ext cx="74609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1818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981" y="743593"/>
            <a:ext cx="9274430" cy="55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0352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212" y="785812"/>
            <a:ext cx="8029575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74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13</Words>
  <Application>Microsoft Office PowerPoint</Application>
  <PresentationFormat>Widescreen</PresentationFormat>
  <Paragraphs>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FFDA09</cp:lastModifiedBy>
  <cp:revision>8</cp:revision>
  <dcterms:created xsi:type="dcterms:W3CDTF">2021-08-10T11:51:29Z</dcterms:created>
  <dcterms:modified xsi:type="dcterms:W3CDTF">2022-01-14T07:48:47Z</dcterms:modified>
</cp:coreProperties>
</file>